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opensecstack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FB2"/>
                </a:solidFill>
              </a:rPr>
              <a:t>Qeverisja e së Ardhmes Dixhitale — OS i Sigurt · Qeverisje Blockchain · Ekosistemi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6EAF0"/>
                </a:solidFill>
              </a:rPr>
              <a:t>Konferencë BE  ·  2026  ·  opensecstack.org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Vizioni ynë: Sovranitet Dixhital nga Dizajni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Softuer që nuk mund të falsifikohet, ndryshohet apo anashkalohet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Ekosistem me burim të hapur ku çdo veprim lë gjurmë kriptografike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Sistem operativ i ndërtuar për siguri — jo i shtuar pas faktit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Qeverisje e provueshme matematikisht — jo vetëm politikë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992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Çdo vendim: i lidhur me hash zinxhiri, i ankoruar dhe i auditushëm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924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Çdo aktor: i ndarë sipas detyrës, i verifikuar me kriptografi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856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BE-nativ: NIS2 · GDPR · Akti i Rezistencës Kibernetike — i mbuluar nga dizajni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428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I hapur për të gjithë: Apache 2.0 · SDK shumë-gjuhësh · I drejtuar nga komuniteti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Problemi që Zgjidhim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Sistemet AI ekzekutojnë mijëra veprime të privilegjuara çdo ditë — pa regjistër të verifikueshëm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Kush autorizoi këtë vendosje? Kur? Me çfarë prove?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Regjistrat e auditimit ndodhen në baza të dhënash që administratorët mund t'i ndryshojnë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780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Hetimi pas shkeljes është i pabesueshëm — provat mund të shkatërrohen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Ndarja e Detyrave është politikë, jo zbatim — anashkalohet në heshtje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Një operator aktivizon dhe miraton të njëjtin ndryshim — pa u zbuluar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Mandatet rregullatore kërkojnë prova, jo procese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NIS2 neni 21(2)(h): kërkohen prova kriptografike të kontrollit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Zgjidhjet aktuale: të shtrenjta, pronësore, të lidhura me një shitës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Ekosistemi opensecstack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Tetë platforma. Një shtresë qeverisje e pandryshueshme.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Ekosistemi opensecstack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18872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APIGuard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Siguria API
OWASP A1–A10
CVSS 3.1 · SARIF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195224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18872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NIS2 Compass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Pajtueshmëri
NIS2 Neni 21(2)
10 Masa A–J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195224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8816" y="118872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CITADEL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Motor Qeverisës
MARSHAL · WORM
VIGIL · AUGUR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95224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46920" y="1188720"/>
            <a:ext cx="2651760" cy="16002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IRFlow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Reagim Incidenti
Planbook · NDS
[Faza 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2971800"/>
            <a:ext cx="2651760" cy="16002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ThreatFlow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Inteligjencë Kërcënimesh
Furnizues IOC · TTP
[Faza 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373532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10712" y="297180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MVNO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Operacione Rrjeti Celular
SIM · eSIM · VoIP
E kontrolluar CITADEL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2472" y="373532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28816" y="297180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CitadelOS
Desktop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OS Mikrobërthame
Qeliza sandbox
Mbështetje HW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0576" y="373532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6920" y="297180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CitadelOS
Mobile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ARM TrustZone
Qeverisja SIM
MVNO-nativ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7548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5566"/>
                </a:solidFill>
              </a:rPr>
              <a:t>Të gjitha platformat ndajnë një zinxhir WORM CITADEL · Auth HMAC-SHA256 · Apache 2.0 · SDK: Go · Python · Rust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Platforma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3347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3347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3347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Gjuhë SDK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Porta MARSHAL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8835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835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835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Rregulla AUGUR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6579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579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6579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Algoritme 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APIGuard — Testimi i Sigurisë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Analizon OpenAPI 3.x, Swagger 2.0, GraphQL dhe koleksionet Postman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Mbulim i plotë OWASP API Top 10 (A1–A10)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A1: BOLA  ·  A2: Auth e thyer  ·  A3: Caktim masiv  ·  A4: Kufizim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780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A5: Auth funksioni  ·  A6: Rrjedha sensitive  ·  A7: SSRF  ·  A8-A10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Vlerësim CVSS 3.1 për çdo gjetje — prioritizim sipas rrezikut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Dalje: SARIF · HTML · JSON · tekst — integrim nativ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856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Panel React: histori skanimesh, tendenca gjetjesh, zbulim regresioni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428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APIGuard skanon veten — API-të e ekosistemit testohen vazhdimisht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NIS2 Compass — Pajtueshmëria Rregullatore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Harton të 10 masat teknike të NIS2 neni 21(2) (A deri 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(a) Analiza rreziku  ·  (b) Trajtimi incidentit  ·  (c) Vazhdimësia e biznesit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(d) Zinxhiri furnizimit  ·  (e) Siguria e rrjetit  ·  (f) Efektiviteti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(g) Higjiena kibernetike  ·  (h) Kriptografia  ·  (i) HR  ·  (j) Kontrolli i aksesit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Artefakte prove — hashes kriptografike ruhen për çdo kontroll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Flukse vlerësimi me nënshkrim verifikuesi me dy 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Webhook CITADEL: ndryshimet e gjendjes së pajtueshmërisë aktivizojnë këshilla VIGIL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Dalje gati për rregullator: PDF + JSON me zinxhir prove të plotë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CITADEL — Motori i Qeverisjes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240280" cy="16459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MARSHAL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Motor Vendimmarrës
5 Portash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34440"/>
            <a:ext cx="224028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Regjistri 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Zinxhir
Auditimi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234440"/>
            <a:ext cx="2240280" cy="16459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VIGIL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Monitor
Kohë Reale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234440"/>
            <a:ext cx="2240280" cy="164592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AUGUR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 Rregulla
Këshillimi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1234440"/>
            <a:ext cx="2240280" cy="164592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Ankora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Rrotullim Çelësi
Ed25519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0632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BFB2"/>
                </a:solidFill>
              </a:rPr>
              <a:t>⟵── Të gjithë komponentët shkruajnë ngjarje të nënshkruara në regjistrin WORM ──⟶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Auth konektori: HMAC-SHA256 — X-CITADEL-KEY · X-CITADEL-TS · X-CITADEL-SIG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330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Auth admin: HS256 JWT — rolet group_sig_admin · group_sig_auditor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608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Dritare rrëshqitëse dy-kova: nonce-t (key_id, ts, sig) janë njëherësh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0840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Të gjitha vendimet të pandryshueshme: EXECUTE · REFUSE · HARD_STOP — WORM-logged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Modeli i Mbrojtjes me Pesë Shtresa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Identiteti · Rrjeti · Hosti · Aplikacioni · Të dhënat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Mbrojtja me Pesë Shtresa — Siguri Koncentrike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40312" cy="841248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L5  GARDHI I TË DHËNAVE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98448"/>
            <a:ext cx="79827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WORM · TripleHash · ankora Ed25519 · Kopje rezervë triple · DR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10908792" cy="8412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L4  GARDHI APLIKACIONIT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7251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APIGuard · Porta MARSHAL · VIGIL · AUGUR · Validim hyrjeje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10177272" cy="84124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L3  GARDHI I HOSTIT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27248"/>
            <a:ext cx="65196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Kubernetes · Kontejnerë privilegje-minimale · Varësi të fiksuara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977640"/>
            <a:ext cx="9445752" cy="84124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4041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L2  GARDHI I RRJETIT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041648"/>
            <a:ext cx="5788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Kufizim rate · TLS 1.2+ · Mbrojtje replay · CORS · Izolim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4892040"/>
            <a:ext cx="8714232" cy="84124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4956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L1  GARDHI IDENTITETIT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956048"/>
            <a:ext cx="5056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JWT · Çelësa API · HMAC-SHA256 · Zbatim NDS · Grupet e roleve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Shtresë pas Shtrese: Çfarë Bllokon Çfarë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L1 Identiteti: Zbatim NDS — operatori ≠ verifikuesi, kriptografikisht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Kredencial i vjedhur i vetëm është i pamjaftueshëm — sulmuesit i duhet edhe llogaria verifikuese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L2 Rrjeti: kufizim rate, TLS 1.2+, mbrojtje replay ±300s, CORS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780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Dritare rrëshqitëse me dy kova: tuplet (key_id, ts, sig) janë për përdorim njëherësh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L3 Hosti: kontejnerë jo-root, varësi të fiksuara, kontrolle zinxhir furnizimi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Kubernetes me privilegje minimale — arratisja nga kontejneri ka ndikim minimal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L4 Aplikacioni: porta MARSHAL, alarme parandaluese AUGUR, monitorim VIGIL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APIGuard skanon vazhdimisht API-të e ekosistemit — vetë-mbrojtëse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L5 Të dhënat: pandryshmëri WORM, TripleHash, ankora Ed25519, kopje rezervë triple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Pas çdo rikuperimi: zinxhiri mund të ri-verifikohet kriptografikisht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Sistemi Operativ i Sigurt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Mikrobërthame · Kuti Rëre Rrjetore · Integrim Ekosistemi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Pse të Ndërtojmë një OS të Sigurt nga E Para?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Sistemet operative moderne nuk u projektuan për qeverisje zero-trust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Bërthamat monolitike: miliona rreshta kodi në hapësirë të privilegjuar — sipërfaqe e madhe sulmi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Siguri e shtuar: SELinux, AppArmor shtojnë politikë por jo arkitekturë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Qasja jonë: mikrobërthame + siguri e bazuar në aftësi nga e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Vetëm IPC, menaxhimi i memories dhe planifikimi i thread-eve janë në hapësirën e kernelit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Çdo shofer, sistem skedarësh, stivë rrjeti funksionon në procese të izoluara të hapësirës së përdoruesit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Modeli sandbox rrjetor: aplikacionet jetojnë në qeliza të izoluara kriptografikisht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Komunikimi ndër-qelizor qeveriset nga CITADEL MARSHAL — i regjistruar, i auditushëm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opensecstack funksionon në mënyrë vendase brenda OS — qeverisja është infrastrukturë, jo aplikacion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Arkitektura Mikrobërthame — Bërthamë Minimale e Besuar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234440"/>
            <a:ext cx="4480560" cy="11887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0208" y="13258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B2"/>
                </a:solidFill>
              </a:rPr>
              <a:t>HAPËSIRA E KERNELIT
(Bërthamë e Besuar)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709928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IPC · Menaxhim Memorje
Planifikim Thread-esh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146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66"/>
                </a:solidFill>
              </a:rPr>
              <a:t>HAPËSIRA USER — Të gjitha shërbimet të izoluara, komunikojnë vetëm nëpërmjet IPC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246888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Shoferë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GPU · NIC · Ruajtja
në hapësirën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43200"/>
            <a:ext cx="2468880" cy="13716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Sistemet Skedarësh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ext4 · NTFS · tmpfs
procese të izoluara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743200"/>
            <a:ext cx="2468880" cy="137160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Stiva Rrjetit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TCP/IP · shtresë TLS
në qelizë sandbox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743200"/>
            <a:ext cx="2468880" cy="137160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CITADEL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Shtresa qeverisëse
shërbim nativ kernel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343400"/>
            <a:ext cx="5120640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348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Runtime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4818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Aplikacione
në sandbox rrjetor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7607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3344"/>
                </a:solidFill>
              </a:rPr>
              <a:t>vs Monolitike: miliona rreshta në hapësirën kernel — një CVE mund të marrë kontrollin e të gjithë makinës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OS Desktop — 6 Shtresa Sigurie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82296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L6  NDËRFAQJA PËRDORUESI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07592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Shell aplikacionesh · Panel · Shfletues — qeliza sandbox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1161288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L5  RUNTIME APLIKACIONI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94560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Runtime gjuhësh · Kontejnerë — secili në qelizë rrjetore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08376"/>
            <a:ext cx="11612880" cy="8229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815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L4  SHTRESA CITADEL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81528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MARSHAL · VIGIL · AUGUR — qeverisje native e kernelit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95344"/>
            <a:ext cx="11612880" cy="82296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68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L3  SHËRBIME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968496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Sistemet skedarësh · Rrjeti · Audio — procese të izoluara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82312"/>
            <a:ext cx="11612880" cy="8229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8554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L2  MIKROBËRTHAMË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55464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IPC · Memorie · Planifikim — &lt;20k rreshta, e verifikueshme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1161288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42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L1  HARDWARE / SIGURI HW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742432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Nisje e sigurt · TPM 2.0 · HSM — çelësat Ed25519 në hardware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OS Celular — Shtresat + Integrimi MVNO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772400" cy="82296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L6  NDËRFAQJA PËRDORUESI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07592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Telefonues i sigurt · Mesazhe · Lëshues aplikacionesh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777240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L5  RUNTIME APLIKACIONI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Qeliza sandbox aplikacionesh — secili i kontrolluar nga MARSHAL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08376"/>
            <a:ext cx="7772400" cy="8229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81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L4  SHTRESA CITADEL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81528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MARSHAL · VIGIL — qeverisja SIM &amp; roamingu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95344"/>
            <a:ext cx="7772400" cy="8229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684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L3  STIVA MVNO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68496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Provizionim SIM · Politika të dhënash · VoIP · eSIM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82312"/>
            <a:ext cx="7772400" cy="82296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855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L2  ABSTRAKSION RADIO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55464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RIL (Shtresa Radio Interface) — proces i izoluar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777240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42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L1  MIKROBËRTHAMË + HW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742432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ARM TrustZone · Enklavë e sigurt · TPM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234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2F"/>
                </a:solidFill>
              </a:rPr>
              <a:t>Qeverisja MVNO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73736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7830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Aktiv. SIM →
MARSHAL EXECUTE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69748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743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Politika →
WORM i regj.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65760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703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Roaming →
NDS zbatuar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61772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663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Proviz. eSIM →
Gjurmë auditimi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57784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623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Thirrje VoIP →
I enkriptuar + hash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Kuti Rëre Rrjetore — Modeli i Izolimit Kriptografik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Çdo aplikacion zë saktësisht një qelizë sandbox në rrjet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Qelizat janë të izoluara në nivel kerneli — pa memorie të ndarë, pa deskriptorë skedarësh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Identiteti i qelizës është një token aftësish kriptografike, jo PID ose ID përdoruesi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Komunikimi ndërmjet qelizave kërkon leje kanali të lëshuar nga MARSHAL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Leja e kanalit: nënshkruar nga CITADEL, e kufizuar në kohë, e audituar në regjistrin 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Pa thirrje direkte ndër-procese — i gjithë IPC kalon nëpër shtresën e qeverisjes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Qelizat sandbox janë të shtresuara: Tier 1 (kritike), Tier 2 (besuar), Tier 3 (i pabesuar)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Tier 1 ↔ Tier 2: vlerësim MARSHAL sekondë (&lt;300ms)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Tier 2 ↔ Tier 3: MARSHAL me kërkesë prove (minutë)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VIGIL monitoron shëndetin e qelizave — modelet anormale IPC ngrenë këshilla AUGUR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Blockchain &amp; Hash-im i Trefishtë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SHA-256 · SHA-512 · BLAKE3 — Kriptografi e Harmonizuar me Kohën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Pse Dizajn i Frymëzuar nga Blockchain?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Regjistrat tradicionale të auditimit: ruhen në baza të dhënash të ndryshueshme — fshihen, ndryshohen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Blockchain publike: decentralizuar por e ngadaltë, e shtrenjtë, qeverisje komplekse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Modeli ynë: zinxhir kriptografik — integriteti i blockchain, pa shpenzimet e saj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Vetëm-shtesë: asnjë UPDATE, asnjë DELETE — zbatuar në nivel trigger baze të dhënash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352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Hash zinxhiri: ndryshimi i një hyrjeje shfuqizon çdo hyrje pasardhëse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Ankorimi: nënshkrime periodike Ed25519 mbyllin historinë e zinxhirit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Rezultati: gjurmë auditimi e shëndoshë nga ana forensike, vetë-verifikuese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Çdo palë e tretë mund të verifikojë zinxhirin e plotë vetëm me hash gjenezës + çelësin publik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Nuk kërkohet autoritet i besuar — prova matematike është autoriteti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SHA-256 — Integriteti i Zinxhirit WORM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Madhësia e daljes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256 bit / 32 bajt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Niveli TDS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30552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94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MINUTË  (300ms – 30s)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Përdoret për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89504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95351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Hash zinxhiri WORM — chain_hash = SHA-256(prev || payload)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712464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Rezistent ndaj kolizioneve — ndryshimi i çdo bajti ndryshon të gjithë digjestinin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 standardizuar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407408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4714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NIST FIPS 180-4 — pranuar në të gjitha kornizat rregullatore 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Ku përdoret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6636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Çdo hyrje WORM · Hash trup auth konektori · Hash raporti VIGIL_DEEP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SHA-256 është shtylla kurrizore e zinxhirit — çdo hyrje WORM varet nga çdo hash i mëparshëm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SHA-512 — Arkivim &amp; Nënshkrim Ankore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Madhësia e daljes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512 bit / 64 bajt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Niveli TDS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30552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94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ORË  (&gt;30s) — arkivim dhe nënshkrim ankore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Përdoret për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89504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95351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Integritet afatgjatë i provave të arkivuara dhe ngarkesave ankore Ed25519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712464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Marzh sigurie 128-bit — rezistent ndaj kuantumit për ruajtje 40+ vjeçare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 standardizuar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407408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4714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NIST FIPS 180-4 — kërkohet për provat afatgjata BE sipas eIDAS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Ku përdoret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6636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Kompoziti TripleHash · Raporte arkivale VIGIL_DEEP · Eksporte zinxhiri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00CC"/>
                </a:solidFill>
              </a:rPr>
              <a:t>SHA-512 e bën arkivin të pafalshëm nëpër dekada — edhe nga kompjuterët kuantikë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BLAKE3 — Shpejtësi &amp; Siguri Kohë Reale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Madhësia e daljes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256 bit / 32 bajt (e konfigurueshme deri 128 bajt)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Niveli TDS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30552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94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SEKONDË  (&lt;300ms) — kohë reale për kërkesë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Përdoret për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89504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95351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Kontroll integriteti kohë reale — verifikim ngarkese WORM në ingestion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712464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12× më i shpejtë se SHA-256 në hardware modern — paralelizëm SIMD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 SHA-3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407408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4714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I njëjti nivel sigurie, xhiro shumë më e lartë — ideal për të dhëna transmetimi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Ku përdoret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6636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Kompoziti TripleHash · Kontrolle latence tds-scanner · Hash për kërkesë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7A"/>
                </a:solidFill>
              </a:rPr>
              <a:t>BLAKE3 është shtresa e shpejtësisë — verifikim kohë reale pa kosto latence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TripleHash — Digjest Kompozit 128 Bajt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5566"/>
                </a:solidFill>
              </a:rPr>
              <a:t>TripleHash kombinon të tre algoritmet në një digjest kompozit 128 bajt — të tre duhet të thyhen njëkohësisht për të falsifikuar çdo regjistrim.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017520" cy="18288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BLAKE3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32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Real-time
Second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B2"/>
                </a:solidFill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011680"/>
            <a:ext cx="3017520" cy="1828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SHA-256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79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32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089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WORM chain
Minute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B2"/>
                </a:solidFill>
              </a:rPr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011680"/>
            <a:ext cx="3017520" cy="182880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SHA-512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679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64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1089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Archival
Hour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2860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B2"/>
                </a:solidFill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Nëse thyhet ndonjë hash i vetëm → regjistrimi mbetet i mbrojtur nga dy algoritmet e tjera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634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SHA-256 + SHA-512 janë aprovuar FIPS → pajtueshmëria rregullatore BE e garantuar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1206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BLAKE3 ofron kontroll integriteti nën-milisekondësh në kohën e injektimit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Digjest 128 bajt ruhet në regjistrin WORM — i verifikueshëm jashtë linje, përgjithmonë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Segmentimi i Dimensionit Kohor — Harmonizimi Hash + Latencë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5566"/>
                </a:solidFill>
              </a:rPr>
              <a:t>TDS harton çdo operacion në një nivel latence — algoritmi hash i zgjedhur duhet të përputhet me nivelin.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49039" cy="38404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SEKONDARI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&lt; 300ms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834640"/>
            <a:ext cx="2103120" cy="502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BLAKE3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WORM ingestion për kërkesë
Verifikim IPC Sandbox
Kontroll paraprak MARSHAL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749039" cy="38404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019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MINUTAR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300ms – 30s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834640"/>
            <a:ext cx="2103120" cy="502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4930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Hash zinxhiri WORM
Rifreskim VigilStatus
Kërkesë çelës konektori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749039" cy="384048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019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&gt; 30s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834640"/>
            <a:ext cx="2103120" cy="502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SHA-512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930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Auditim i plotë VIGIL_DEEP
Nënshkrim arkivor
Kompoziti TripleHash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B300"/>
                </a:solidFill>
              </a:rPr>
              <a:t>Mjeti tds-scanner mat latencitë aktuale në CI — çdo operacion sekondari që kalon 300ms dështon ndërtimin.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CITADEL Thellë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MARSHAL · VIGIL · AUGUR · WORM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MARSHAL — Motor Vendimmarrës me 5 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240280" cy="33832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AUTORITETI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NDS:
Operator ≠ Verifikues
Vaildim roli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234440"/>
            <a:ext cx="2240280" cy="3383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FUSHËVEPRIMI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Lista e lejuar e projektit
Zbulim ngrirjeje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234440"/>
            <a:ext cx="2240280" cy="33832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DETERMINIZMI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ID Ndryshimi/Incidenti
Gjurmë deri te bileta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234440"/>
            <a:ext cx="2240280" cy="338328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Hashes artefaktesh
Lidhja ID ndryshimi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234440"/>
            <a:ext cx="2240280" cy="338328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SKEMA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Kerkese 2.0
Skemë JSON
Vlefshmëri fushash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A2F"/>
                </a:solidFill>
              </a:rPr>
              <a:t>Rezultati: EXECUTE · REFUSE · HARD_STOP — çdo vendim i regjistruar WORM, hash zinxhiri, i përhershëm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41324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5566"/>
                </a:solidFill>
              </a:rPr>
              <a:t>HARD_STOP nuk supreson kurrë — edhe kur ndodh gabim i brendshëm, regjistrimi shkruhet para se të përpunohet përjashtimi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VIGIL — Auditim në Kohë Reale &amp; i Thellë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VIGIL_REALTIME: JESHILE · PORTOKALLI · E KUQE — rifreskuar çdo interval sondazhi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JESHILE: asnjë HARD_STOP, të gjitha pasqyrat të freskëta, rrotullimi i ankorës aktual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PORTOKALLI: këshillë HIGH aktive, ose moshja e pasqyrës tejkalon pragun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 KUQE: këshillë KRITIKE aktive, ose incident HARD_STOP i pazgjidhur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VIGIL_DEEP: auditim i plotë ditor i zinxhirit — ekzekutohet si detyrë async orare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Integriteti zinxhirit: ecje nëpër çdo hyrje WORM, rillogaritje hash prev→zinxhir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Shkelje NDS: operator_user_id == verifier_user_id në çdo hyrje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Incidente jetimë: HARD_STOP pa close_incident EXECUTE pasues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439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Boshllëqe prove: rezultat EXECUTE pa artefakte të lidhura ose change_id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3717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Raport i thellë: nënshkruar SHA-256, emetuar si hyrje WORM — i dukshëm ndaj manipulimit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AUGUR — 9 Rregulla Këshillimi Parashikues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80160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280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8016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Mandati po skadon — rinovoni para se Porta 1 MARSHAL të refuzojë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0784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007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700784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700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0078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Pragu i miratimit tejkaluar — kërkohet nënshkrim shtesë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21408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214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2121408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121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12140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Kontrata e furnizuesit po skadon — ngritje rreziku zinxhiri furnizimit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42032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420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542032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25420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54203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Ngrirja aktive — Porta 2 MARSHAL do të REFUZOJË veprimet jo-emergjente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62656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626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962656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2962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296265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Mospërputhje të dhënash pasqyre — kontrolloni ERP para vazhdimit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83280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3832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383280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38328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Frekuencë e pazakontë veprimesh — zbuluar automatizim anormal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03904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039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3803904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3803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80390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Pasqyra e vjetër &gt; pragu — të dhënat këshilluese mund të jenë të vjetra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24528"/>
            <a:ext cx="1005840" cy="34747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2245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4224528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4224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44"/>
                </a:solidFill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422452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HARD_STOP i pazgjidhur — të gjitha veprimet jo-emergjente me rrezik të ngritur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45152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6451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4645152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3040" y="4645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464515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Ankora e zinxhirit e vonuar — kërkohet rrotullim, besimi i vulës kohore dobësohet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Integrimi MVNO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Qeverisja e Operacioneve të Rrjetit Celular me CITADEL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Çfarë është MVNO?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Operator Virtual i Rrjetit Celular: ofron shërbime celulare pa zotëruar spektër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Merr me qira aksesin radio nga një MNO (p.sh. Vodafone, Deutsche Telekom, Orange)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Kontroll i plotë mbi: provizionim SIM, faturim, politika të dhënash, roaming, VoIP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Pse MVNO + opensecstack?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Çdo aktivizim SIM, ndryshim politike të dhënash ose marrëveshje roamingu është ngjarje qeverisëse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Këto vendime duhet të jenë të auditushme — rregullatorët kërkojnë prova zbatimi politikash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Operacionet MVNO prekin infrastrukturën kritike — NIS2 neni 21 zbatohet plotësisht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Modeli ynë: operacionet MVNO ekzekutohen brenda OS-it opensecstack në stivën mikrobërthame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Menaxhimi i rrjetit i izoluar në qelizë sandbox Tier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Të gjitha veprimet e provizionimit vlerësohen nga CITADEL MARSHAL para ekzekutimit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MVNO + opensecstack — Operacione Rrjeti të Qeverisura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286000" cy="777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Aktivizim SIM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280160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35024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Kerkese paraqitur → Porta 1 MARSHAL (NDS: aktivizues ≠ miratues)
→ EXECUTE → hyrje WORM → eSIM provizionuar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2286000" cy="77724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Politika e të dhënave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212848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267712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Ndryshim politike → Porta 2 (fushëveprim: lloji i kontratës) → Porta 4 (prove)
→ EXECUTE → WORM → politika zbatuar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45536"/>
            <a:ext cx="2286000" cy="77724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186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Konfig. Roaming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145536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20040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Aktivizim roaming → Porta 1 (autoritet) + Porta 3 (ID ndryshimi kërkohet)
→ EXECUTE → WORM → hash CDR ruhet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78224"/>
            <a:ext cx="2286000" cy="77724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513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Trungu VoIP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4078224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4133088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Konfig. trungu → të 5 portat vlerësohen → EXECUTE + WORM
→ Kontroll shëndetit VIGIL kohë reale mbi gjendjen e trungut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10912"/>
            <a:ext cx="2286000" cy="77724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0840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Bllok Emergjence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5010912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5065776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Shkelje NDS zbuluar → HARD_STOP menjëherë
→ WORM i regjistruar pa kushte → AUG-008 ngritur → ops njoftuar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Harmonizimi &amp; Pajtueshmëria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NIS2 · GDPR · Akti i Rezistencës Kibernetike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NIS2 Neni 21(2) — Matrica e Plotë e Pajtueshmërisë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200400" cy="411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Masa NIS2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234440"/>
            <a:ext cx="822960" cy="411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2618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Shtresa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234440"/>
            <a:ext cx="7589520" cy="411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6187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Komponenti opensecstack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09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(a) Analiza rreziku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664208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709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664208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0992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Qeverisja CITADEL + NIS2Compass art21_a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93976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1396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(b) Trajtimi incidentit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093976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1396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3344"/>
                </a:solidFill>
              </a:rPr>
              <a:t>L4+5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093976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9696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Regjistri WORM + libri i lojës HARD_STOP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23744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694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(c) Vazhdimësia biznesit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523744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25694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</a:rPr>
              <a:t>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523744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569464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Aktiv-aktiv + DR jashtë sitit + kopje triple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53512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99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(d) Zinxhiri furnizimit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953512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9992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953512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999232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Fiksim varësie + kontrolle Go/Cargo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83280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(e) Siguria rrjetit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3383280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429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L2+3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383280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42900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Kufizim rate · TLS · izolim Kubernetes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13048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858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(f) Efektiviteti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3813048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38587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3813048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385876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Vetë-skanim APIGuard + auditim ditor VIGIL_DEEP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42816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2885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(g) Higjiena kibernetike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4242816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42885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4242816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4288536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Zbatim NDS + model roli + trajnim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672584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7183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(h) Kriptografia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4672584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7183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</a:rPr>
              <a:t>L5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4672584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4718304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TripleHash + ankora Ed25519 + HMAC-SHA256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102352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148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(i) Siguria HR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5102352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1880" y="51480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5102352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26280" y="5148072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Grupet e roleve + rrjedhë revokimi aksesi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532120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(j) Kontrolli aksesit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5532120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11880" y="5577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3344"/>
                </a:solidFill>
              </a:rPr>
              <a:t>L1+4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5532120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26280" y="557784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JWT/çelësat API + vlerësimi porta MARSHAL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GDPR, Akti i Rezistencës Kibernetike &amp; Sovraniteti i të Dhënave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GDPR neni 32: masa teknike të përshtatshme — TripleHash + regjistri WORM kënaq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Hash arkivor SHA-512 = integritet afatgjatë i regjistrimeve të të dhënave personale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 drejta për fshirje: regjistri WORM ruan hashes të të dhënave, jo vetë të dhënat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Akti i Rezistencës Kibernetike BE (CRA) — kërkesat e sigurisë së produktit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I sigurt nga dizajni: mikrobërthama + sandbox rrjetore e arrijnë këtë me arkitekturë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Raportimi i dobësive: VIGIL_DEEP automatizon sigurimin e vazhdueshëm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SBOM: çdo komponent është me burim të hapur me kontrolle të verifikueshme zinxhir furnizimi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Akti BE i AI — qeverisja për veprimet e sistemit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Motori me 5 porta MARSHAL siguron kërkesën e 'mbikëqyrjes kuptimplotë njerëzore'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Çdo veprim i iniciuar nga AI: i auditushëm, i kthyeshëm, me zinxhir prove të plotë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Plani &amp; Thirrja për Veprim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Faza 4 · IRFlow · ThreatFlow · v1.0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opensecstack v0.1.0 — Bashkohuni me 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FB2"/>
                </a:solidFill>
              </a:rPr>
              <a:t>Apache 2.0 · Burim i Hapur · I Drejtuar nga Komuniteti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B2"/>
                </a:solidFill>
              </a:rPr>
              <a:t>Faza 4 —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474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APIGuard v0.6.0 · IRFlow · ThreatFlow · Orkestrim CI/CD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33088"/>
            <a:ext cx="11064240" cy="640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245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B2"/>
                </a:solidFill>
              </a:rPr>
              <a:t>Faza 5 —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2245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APIGuard v1.0.0 · OpenScrub · SecureLab · OpenCSIRT · OS Alfa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82896"/>
            <a:ext cx="11064240" cy="640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743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B2"/>
                </a:solidFill>
              </a:rPr>
              <a:t>v1.0 Prodhim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97433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Auditim sigurie · Vendosje HA · Rishikim i palëve të treta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I pandryshueshëm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Zinxhir WORM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I qeverisur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MARSHAL 5 porta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I auditushëm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VIGIL_DEEP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I hapur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Apache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38251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6EAF0"/>
                </a:solidFill>
              </a:rPr>
              <a:t>github.com/opensecstack/opensecstack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